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3A2A52C-31CB-47BE-A658-4425FB0DB3D1}" v="4" dt="2025-10-30T16:29:41.6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50" d="100"/>
          <a:sy n="50" d="100"/>
        </p:scale>
        <p:origin x="2184" y="12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ikram Adhikari (bdhikari)" userId="82db7b63-ebde-4781-8e8d-5e4948076394" providerId="ADAL" clId="{D7312D0F-5834-4339-BAF3-ADCEE9013231}"/>
    <pc:docChg chg="undo custSel modSld">
      <pc:chgData name="Bikram Adhikari (bdhikari)" userId="82db7b63-ebde-4781-8e8d-5e4948076394" providerId="ADAL" clId="{D7312D0F-5834-4339-BAF3-ADCEE9013231}" dt="2025-10-16T15:45:01.950" v="48" actId="20577"/>
      <pc:docMkLst>
        <pc:docMk/>
      </pc:docMkLst>
      <pc:sldChg chg="addSp delSp modSp mod">
        <pc:chgData name="Bikram Adhikari (bdhikari)" userId="82db7b63-ebde-4781-8e8d-5e4948076394" providerId="ADAL" clId="{D7312D0F-5834-4339-BAF3-ADCEE9013231}" dt="2025-10-16T15:45:01.950" v="48" actId="20577"/>
        <pc:sldMkLst>
          <pc:docMk/>
          <pc:sldMk cId="2157763358" sldId="256"/>
        </pc:sldMkLst>
        <pc:spChg chg="mod">
          <ac:chgData name="Bikram Adhikari (bdhikari)" userId="82db7b63-ebde-4781-8e8d-5e4948076394" providerId="ADAL" clId="{D7312D0F-5834-4339-BAF3-ADCEE9013231}" dt="2025-10-16T15:41:56.557" v="30" actId="1035"/>
          <ac:spMkLst>
            <pc:docMk/>
            <pc:sldMk cId="2157763358" sldId="256"/>
            <ac:spMk id="16" creationId="{F28C2540-4686-F982-5B3F-F522C4181B84}"/>
          </ac:spMkLst>
        </pc:spChg>
        <pc:spChg chg="mod">
          <ac:chgData name="Bikram Adhikari (bdhikari)" userId="82db7b63-ebde-4781-8e8d-5e4948076394" providerId="ADAL" clId="{D7312D0F-5834-4339-BAF3-ADCEE9013231}" dt="2025-10-16T15:45:01.950" v="48" actId="20577"/>
          <ac:spMkLst>
            <pc:docMk/>
            <pc:sldMk cId="2157763358" sldId="256"/>
            <ac:spMk id="17" creationId="{870EBBA5-B922-8F33-DA08-7073CB6AB8A2}"/>
          </ac:spMkLst>
        </pc:spChg>
        <pc:spChg chg="mod">
          <ac:chgData name="Bikram Adhikari (bdhikari)" userId="82db7b63-ebde-4781-8e8d-5e4948076394" providerId="ADAL" clId="{D7312D0F-5834-4339-BAF3-ADCEE9013231}" dt="2025-10-16T15:40:09.996" v="6" actId="1076"/>
          <ac:spMkLst>
            <pc:docMk/>
            <pc:sldMk cId="2157763358" sldId="256"/>
            <ac:spMk id="18" creationId="{42BF82E0-06F4-CF1E-84CA-B5EC7A460E42}"/>
          </ac:spMkLst>
        </pc:spChg>
        <pc:spChg chg="mod">
          <ac:chgData name="Bikram Adhikari (bdhikari)" userId="82db7b63-ebde-4781-8e8d-5e4948076394" providerId="ADAL" clId="{D7312D0F-5834-4339-BAF3-ADCEE9013231}" dt="2025-10-16T15:41:13.162" v="20" actId="1037"/>
          <ac:spMkLst>
            <pc:docMk/>
            <pc:sldMk cId="2157763358" sldId="256"/>
            <ac:spMk id="19" creationId="{817F4A46-6FC2-86EB-6157-C255188F5EF9}"/>
          </ac:spMkLst>
        </pc:spChg>
        <pc:graphicFrameChg chg="mod">
          <ac:chgData name="Bikram Adhikari (bdhikari)" userId="82db7b63-ebde-4781-8e8d-5e4948076394" providerId="ADAL" clId="{D7312D0F-5834-4339-BAF3-ADCEE9013231}" dt="2025-10-16T15:42:26.771" v="31" actId="1076"/>
          <ac:graphicFrameMkLst>
            <pc:docMk/>
            <pc:sldMk cId="2157763358" sldId="256"/>
            <ac:graphicFrameMk id="11" creationId="{4AB35C75-1299-4600-9AE5-44523D4AA35E}"/>
          </ac:graphicFrameMkLst>
        </pc:graphicFrameChg>
        <pc:graphicFrameChg chg="mod">
          <ac:chgData name="Bikram Adhikari (bdhikari)" userId="82db7b63-ebde-4781-8e8d-5e4948076394" providerId="ADAL" clId="{D7312D0F-5834-4339-BAF3-ADCEE9013231}" dt="2025-10-16T15:40:27.991" v="8" actId="2084"/>
          <ac:graphicFrameMkLst>
            <pc:docMk/>
            <pc:sldMk cId="2157763358" sldId="256"/>
            <ac:graphicFrameMk id="12" creationId="{83C070D7-8046-4EC0-B493-A141A8585357}"/>
          </ac:graphicFrameMkLst>
        </pc:graphicFrameChg>
        <pc:graphicFrameChg chg="mod">
          <ac:chgData name="Bikram Adhikari (bdhikari)" userId="82db7b63-ebde-4781-8e8d-5e4948076394" providerId="ADAL" clId="{D7312D0F-5834-4339-BAF3-ADCEE9013231}" dt="2025-10-16T15:40:31.947" v="9" actId="2084"/>
          <ac:graphicFrameMkLst>
            <pc:docMk/>
            <pc:sldMk cId="2157763358" sldId="256"/>
            <ac:graphicFrameMk id="13" creationId="{24F243EA-328B-4160-98D9-6E04AE13CA45}"/>
          </ac:graphicFrameMkLst>
        </pc:graphicFrameChg>
        <pc:graphicFrameChg chg="mod">
          <ac:chgData name="Bikram Adhikari (bdhikari)" userId="82db7b63-ebde-4781-8e8d-5e4948076394" providerId="ADAL" clId="{D7312D0F-5834-4339-BAF3-ADCEE9013231}" dt="2025-10-16T15:39:47.558" v="3" actId="1076"/>
          <ac:graphicFrameMkLst>
            <pc:docMk/>
            <pc:sldMk cId="2157763358" sldId="256"/>
            <ac:graphicFrameMk id="14" creationId="{348E2C99-E788-4770-A579-BDD0102B6C73}"/>
          </ac:graphicFrameMkLst>
        </pc:graphicFrameChg>
      </pc:sldChg>
    </pc:docChg>
  </pc:docChgLst>
  <pc:docChgLst>
    <pc:chgData name="Bikram Adhikari (bdhikari)" userId="82db7b63-ebde-4781-8e8d-5e4948076394" providerId="ADAL" clId="{D3A2A52C-31CB-47BE-A658-4425FB0DB3D1}"/>
    <pc:docChg chg="modSld">
      <pc:chgData name="Bikram Adhikari (bdhikari)" userId="82db7b63-ebde-4781-8e8d-5e4948076394" providerId="ADAL" clId="{D3A2A52C-31CB-47BE-A658-4425FB0DB3D1}" dt="2025-10-30T16:30:49.447" v="32" actId="1036"/>
      <pc:docMkLst>
        <pc:docMk/>
      </pc:docMkLst>
      <pc:sldChg chg="addSp modSp mod">
        <pc:chgData name="Bikram Adhikari (bdhikari)" userId="82db7b63-ebde-4781-8e8d-5e4948076394" providerId="ADAL" clId="{D3A2A52C-31CB-47BE-A658-4425FB0DB3D1}" dt="2025-10-30T16:30:49.447" v="32" actId="1036"/>
        <pc:sldMkLst>
          <pc:docMk/>
          <pc:sldMk cId="2157763358" sldId="256"/>
        </pc:sldMkLst>
        <pc:spChg chg="add mod">
          <ac:chgData name="Bikram Adhikari (bdhikari)" userId="82db7b63-ebde-4781-8e8d-5e4948076394" providerId="ADAL" clId="{D3A2A52C-31CB-47BE-A658-4425FB0DB3D1}" dt="2025-10-30T16:30:37.424" v="20" actId="1038"/>
          <ac:spMkLst>
            <pc:docMk/>
            <pc:sldMk cId="2157763358" sldId="256"/>
            <ac:spMk id="5" creationId="{E749A8A2-615A-81B2-021B-D1C22859450C}"/>
          </ac:spMkLst>
        </pc:spChg>
        <pc:spChg chg="mod">
          <ac:chgData name="Bikram Adhikari (bdhikari)" userId="82db7b63-ebde-4781-8e8d-5e4948076394" providerId="ADAL" clId="{D3A2A52C-31CB-47BE-A658-4425FB0DB3D1}" dt="2025-10-30T16:30:21.575" v="12" actId="1036"/>
          <ac:spMkLst>
            <pc:docMk/>
            <pc:sldMk cId="2157763358" sldId="256"/>
            <ac:spMk id="16" creationId="{F28C2540-4686-F982-5B3F-F522C4181B84}"/>
          </ac:spMkLst>
        </pc:spChg>
        <pc:spChg chg="mod">
          <ac:chgData name="Bikram Adhikari (bdhikari)" userId="82db7b63-ebde-4781-8e8d-5e4948076394" providerId="ADAL" clId="{D3A2A52C-31CB-47BE-A658-4425FB0DB3D1}" dt="2025-10-30T16:30:49.447" v="32" actId="1036"/>
          <ac:spMkLst>
            <pc:docMk/>
            <pc:sldMk cId="2157763358" sldId="256"/>
            <ac:spMk id="17" creationId="{870EBBA5-B922-8F33-DA08-7073CB6AB8A2}"/>
          </ac:spMkLst>
        </pc:spChg>
        <pc:spChg chg="mod">
          <ac:chgData name="Bikram Adhikari (bdhikari)" userId="82db7b63-ebde-4781-8e8d-5e4948076394" providerId="ADAL" clId="{D3A2A52C-31CB-47BE-A658-4425FB0DB3D1}" dt="2025-10-30T16:30:49.447" v="32" actId="1036"/>
          <ac:spMkLst>
            <pc:docMk/>
            <pc:sldMk cId="2157763358" sldId="256"/>
            <ac:spMk id="18" creationId="{42BF82E0-06F4-CF1E-84CA-B5EC7A460E42}"/>
          </ac:spMkLst>
        </pc:spChg>
        <pc:spChg chg="mod">
          <ac:chgData name="Bikram Adhikari (bdhikari)" userId="82db7b63-ebde-4781-8e8d-5e4948076394" providerId="ADAL" clId="{D3A2A52C-31CB-47BE-A658-4425FB0DB3D1}" dt="2025-10-30T16:30:21.575" v="12" actId="1036"/>
          <ac:spMkLst>
            <pc:docMk/>
            <pc:sldMk cId="2157763358" sldId="256"/>
            <ac:spMk id="19" creationId="{817F4A46-6FC2-86EB-6157-C255188F5EF9}"/>
          </ac:spMkLst>
        </pc:spChg>
        <pc:graphicFrameChg chg="mod">
          <ac:chgData name="Bikram Adhikari (bdhikari)" userId="82db7b63-ebde-4781-8e8d-5e4948076394" providerId="ADAL" clId="{D3A2A52C-31CB-47BE-A658-4425FB0DB3D1}" dt="2025-10-30T16:30:21.575" v="12" actId="1036"/>
          <ac:graphicFrameMkLst>
            <pc:docMk/>
            <pc:sldMk cId="2157763358" sldId="256"/>
            <ac:graphicFrameMk id="11" creationId="{4AB35C75-1299-4600-9AE5-44523D4AA35E}"/>
          </ac:graphicFrameMkLst>
        </pc:graphicFrameChg>
        <pc:graphicFrameChg chg="mod">
          <ac:chgData name="Bikram Adhikari (bdhikari)" userId="82db7b63-ebde-4781-8e8d-5e4948076394" providerId="ADAL" clId="{D3A2A52C-31CB-47BE-A658-4425FB0DB3D1}" dt="2025-10-30T16:30:49.447" v="32" actId="1036"/>
          <ac:graphicFrameMkLst>
            <pc:docMk/>
            <pc:sldMk cId="2157763358" sldId="256"/>
            <ac:graphicFrameMk id="12" creationId="{83C070D7-8046-4EC0-B493-A141A8585357}"/>
          </ac:graphicFrameMkLst>
        </pc:graphicFrameChg>
        <pc:graphicFrameChg chg="mod">
          <ac:chgData name="Bikram Adhikari (bdhikari)" userId="82db7b63-ebde-4781-8e8d-5e4948076394" providerId="ADAL" clId="{D3A2A52C-31CB-47BE-A658-4425FB0DB3D1}" dt="2025-10-30T16:30:49.447" v="32" actId="1036"/>
          <ac:graphicFrameMkLst>
            <pc:docMk/>
            <pc:sldMk cId="2157763358" sldId="256"/>
            <ac:graphicFrameMk id="13" creationId="{24F243EA-328B-4160-98D9-6E04AE13CA45}"/>
          </ac:graphicFrameMkLst>
        </pc:graphicFrameChg>
        <pc:graphicFrameChg chg="mod">
          <ac:chgData name="Bikram Adhikari (bdhikari)" userId="82db7b63-ebde-4781-8e8d-5e4948076394" providerId="ADAL" clId="{D3A2A52C-31CB-47BE-A658-4425FB0DB3D1}" dt="2025-10-30T16:30:21.575" v="12" actId="1036"/>
          <ac:graphicFrameMkLst>
            <pc:docMk/>
            <pc:sldMk cId="2157763358" sldId="256"/>
            <ac:graphicFrameMk id="14" creationId="{348E2C99-E788-4770-A579-BDD0102B6C73}"/>
          </ac:graphicFrameMkLst>
        </pc:graphicFrameChg>
        <pc:graphicFrameChg chg="mod">
          <ac:chgData name="Bikram Adhikari (bdhikari)" userId="82db7b63-ebde-4781-8e8d-5e4948076394" providerId="ADAL" clId="{D3A2A52C-31CB-47BE-A658-4425FB0DB3D1}" dt="2025-10-30T16:30:43.776" v="29" actId="1036"/>
          <ac:graphicFrameMkLst>
            <pc:docMk/>
            <pc:sldMk cId="2157763358" sldId="256"/>
            <ac:graphicFrameMk id="15" creationId="{FA1A943B-222F-914B-BADF-88082FECBCBD}"/>
          </ac:graphicFrameMkLst>
        </pc:graphicFrameChg>
        <pc:picChg chg="add mod">
          <ac:chgData name="Bikram Adhikari (bdhikari)" userId="82db7b63-ebde-4781-8e8d-5e4948076394" providerId="ADAL" clId="{D3A2A52C-31CB-47BE-A658-4425FB0DB3D1}" dt="2025-10-30T16:29:40.467" v="0"/>
          <ac:picMkLst>
            <pc:docMk/>
            <pc:sldMk cId="2157763358" sldId="256"/>
            <ac:picMk id="3" creationId="{F5281E03-A982-1347-CAEC-843047B01FE8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livememphis-my.sharepoint.com/personal/bdhikari_memphis_edu/Documents/1%20PhD%20program%20Contents/2%20Projects/Undernutrition%20and%20anemia/Results/Figure%202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livememphis-my.sharepoint.com/personal/bdhikari_memphis_edu/Documents/1%20PhD%20program%20Contents/2%20Projects/Undernutrition%20and%20anemia/Results/Figure%202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livememphis-my.sharepoint.com/personal/bdhikari_memphis_edu/Documents/1%20PhD%20program%20Contents/2%20Projects/Undernutrition%20and%20anemia/Results/Figure%202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livememphis-my.sharepoint.com/personal/bdhikari_memphis_edu/Documents/1%20PhD%20program%20Contents/2%20Projects/Undernutrition%20and%20anemia/Results/Figure%202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livememphis-my.sharepoint.com/personal/bdhikari_memphis_edu/Documents/1%20PhD%20program%20Contents/2%20Projects/Undernutrition%20and%20anemia/Results/Figure%202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2051262353931839"/>
          <c:y val="2.9941542012661797E-2"/>
          <c:w val="0.55897455594786116"/>
          <c:h val="0.8404327057912766"/>
        </c:manualLayout>
      </c:layout>
      <c:pieChart>
        <c:varyColors val="1"/>
        <c:ser>
          <c:idx val="0"/>
          <c:order val="0"/>
          <c:spPr>
            <a:ln w="0">
              <a:solidFill>
                <a:schemeClr val="tx1"/>
              </a:solidFill>
            </a:ln>
          </c:spPr>
          <c:dPt>
            <c:idx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755-40DE-A229-0806B19AC8CE}"/>
              </c:ext>
            </c:extLst>
          </c:dPt>
          <c:dPt>
            <c:idx val="1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 w="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755-40DE-A229-0806B19AC8CE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755-40DE-A229-0806B19AC8CE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F3838F8F-C297-4E22-992A-1F26FA703EA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0755-40DE-A229-0806B19AC8CE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F62F8EE6-3340-483B-AE25-B42FEE86C576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0755-40DE-A229-0806B19AC8CE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7212ABC0-F2AC-49A9-A65F-2B75743E6FA0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0755-40DE-A229-0806B19AC8CE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Sheet1!$J$24:$J$26</c:f>
              <c:strCache>
                <c:ptCount val="3"/>
                <c:pt idx="0">
                  <c:v>Normal</c:v>
                </c:pt>
                <c:pt idx="1">
                  <c:v>Mild</c:v>
                </c:pt>
                <c:pt idx="2">
                  <c:v>Moderate to severe</c:v>
                </c:pt>
              </c:strCache>
            </c:strRef>
          </c:cat>
          <c:val>
            <c:numRef>
              <c:f>Sheet1!$K$24:$K$26</c:f>
              <c:numCache>
                <c:formatCode>General</c:formatCode>
                <c:ptCount val="3"/>
                <c:pt idx="0">
                  <c:v>56.6</c:v>
                </c:pt>
                <c:pt idx="1">
                  <c:v>24.6</c:v>
                </c:pt>
                <c:pt idx="2">
                  <c:v>18.8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Sheet1!$M$24:$M$26</c15:f>
                <c15:dlblRangeCache>
                  <c:ptCount val="3"/>
                  <c:pt idx="0">
                    <c:v>56.6%
 (54.0, 59.2)</c:v>
                  </c:pt>
                  <c:pt idx="1">
                    <c:v>24.6%
 (22.7, 26.6)</c:v>
                  </c:pt>
                  <c:pt idx="2">
                    <c:v>18.8%
 (16.8, 20.9)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0755-40DE-A229-0806B19AC8CE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2051262353931839"/>
          <c:y val="2.9941542012661797E-2"/>
          <c:w val="0.55897455594786116"/>
          <c:h val="0.8404327057912766"/>
        </c:manualLayout>
      </c:layout>
      <c:pieChart>
        <c:varyColors val="1"/>
        <c:ser>
          <c:idx val="0"/>
          <c:order val="0"/>
          <c:spPr>
            <a:ln w="6350">
              <a:solidFill>
                <a:schemeClr val="tx1"/>
              </a:solidFill>
            </a:ln>
          </c:spPr>
          <c:dPt>
            <c:idx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9736-4A06-886A-5884AE722E4A}"/>
              </c:ext>
            </c:extLst>
          </c:dPt>
          <c:dPt>
            <c:idx val="1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 w="63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9736-4A06-886A-5884AE722E4A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9736-4A06-886A-5884AE722E4A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4E2D4684-EEB5-494E-A707-54FB88DCF35D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9736-4A06-886A-5884AE722E4A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4100C928-2620-449C-82E5-6FFAA31EE91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9736-4A06-886A-5884AE722E4A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74FBD8CC-D2D7-4AB0-80A2-2F1903380C4D}" type="CELLRANGE">
                      <a:rPr lang="en-US" dirty="0"/>
                      <a:pPr/>
                      <a:t>[CELLRANGE]</a:t>
                    </a:fld>
                    <a:endParaRPr lang="en-US"/>
                  </a:p>
                </c:rich>
              </c:tx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  <c:separator>to</c:separator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9736-4A06-886A-5884AE722E4A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Sheet1!$J$30:$J$32</c:f>
              <c:strCache>
                <c:ptCount val="3"/>
                <c:pt idx="0">
                  <c:v>Normal</c:v>
                </c:pt>
                <c:pt idx="1">
                  <c:v>Mild</c:v>
                </c:pt>
                <c:pt idx="2">
                  <c:v>Moderate to severe</c:v>
                </c:pt>
              </c:strCache>
            </c:strRef>
          </c:cat>
          <c:val>
            <c:numRef>
              <c:f>Sheet1!$K$30:$K$32</c:f>
              <c:numCache>
                <c:formatCode>General</c:formatCode>
                <c:ptCount val="3"/>
                <c:pt idx="0">
                  <c:v>28.9</c:v>
                </c:pt>
                <c:pt idx="1">
                  <c:v>31.1</c:v>
                </c:pt>
                <c:pt idx="2">
                  <c:v>39.9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Sheet1!$M$30:$M$32</c15:f>
                <c15:dlblRangeCache>
                  <c:ptCount val="3"/>
                  <c:pt idx="0">
                    <c:v>28.9%
 (22.9, 35.8)</c:v>
                  </c:pt>
                  <c:pt idx="1">
                    <c:v>31.1%
 (24.7, 38.4)</c:v>
                  </c:pt>
                  <c:pt idx="2">
                    <c:v>39.9%
 (33.2, 47.1)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9736-4A06-886A-5884AE722E4A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2051262353931839"/>
          <c:y val="2.9941542012661797E-2"/>
          <c:w val="0.55897455594786116"/>
          <c:h val="0.8404327057912766"/>
        </c:manualLayout>
      </c:layout>
      <c:pieChart>
        <c:varyColors val="1"/>
        <c:ser>
          <c:idx val="0"/>
          <c:order val="0"/>
          <c:spPr>
            <a:ln w="9525">
              <a:solidFill>
                <a:schemeClr val="tx1"/>
              </a:solidFill>
            </a:ln>
          </c:spPr>
          <c:dPt>
            <c:idx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F685-4A4D-991E-CC68C62ADBD6}"/>
              </c:ext>
            </c:extLst>
          </c:dPt>
          <c:dPt>
            <c:idx val="1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 w="9525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F685-4A4D-991E-CC68C62ADBD6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9525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F685-4A4D-991E-CC68C62ADBD6}"/>
              </c:ext>
            </c:extLst>
          </c:dPt>
          <c:dLbls>
            <c:dLbl>
              <c:idx val="0"/>
              <c:layout>
                <c:manualLayout>
                  <c:x val="-0.17584691219413709"/>
                  <c:y val="-3.2815388335061521E-2"/>
                </c:manualLayout>
              </c:layout>
              <c:tx>
                <c:rich>
                  <a:bodyPr/>
                  <a:lstStyle/>
                  <a:p>
                    <a:fld id="{6C02BF4D-5A7F-44F8-9EE9-1447A933D0AB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1-F685-4A4D-991E-CC68C62ADBD6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fld id="{F2EE894F-147E-495C-906D-D34608BBEE6E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3-F685-4A4D-991E-CC68C62ADBD6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fld id="{A3429D9C-26AD-4435-B930-62C70318A7DC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5-F685-4A4D-991E-CC68C62ADBD6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Sheet1!$J$35:$J$37</c:f>
              <c:strCache>
                <c:ptCount val="3"/>
                <c:pt idx="0">
                  <c:v>Normal</c:v>
                </c:pt>
                <c:pt idx="1">
                  <c:v>Mild</c:v>
                </c:pt>
                <c:pt idx="2">
                  <c:v>Moderate to severe</c:v>
                </c:pt>
              </c:strCache>
            </c:strRef>
          </c:cat>
          <c:val>
            <c:numRef>
              <c:f>Sheet1!$K$35:$K$37</c:f>
              <c:numCache>
                <c:formatCode>General</c:formatCode>
                <c:ptCount val="3"/>
                <c:pt idx="0">
                  <c:v>48.5</c:v>
                </c:pt>
                <c:pt idx="1">
                  <c:v>27.6</c:v>
                </c:pt>
                <c:pt idx="2">
                  <c:v>23.8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Sheet1!$M$35:$M$37</c15:f>
                <c15:dlblRangeCache>
                  <c:ptCount val="3"/>
                  <c:pt idx="0">
                    <c:v>48.5%
 (45.1, 52.0)</c:v>
                  </c:pt>
                  <c:pt idx="1">
                    <c:v>27.6%
 (24.8, 30.7)</c:v>
                  </c:pt>
                  <c:pt idx="2">
                    <c:v>23.8%
 (20.8, 27.1)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F685-4A4D-991E-CC68C62ADBD6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22051262353931839"/>
          <c:y val="2.9941542012661797E-2"/>
          <c:w val="0.55897455594786116"/>
          <c:h val="0.8404327057912766"/>
        </c:manualLayout>
      </c:layout>
      <c:pieChart>
        <c:varyColors val="1"/>
        <c:ser>
          <c:idx val="0"/>
          <c:order val="0"/>
          <c:spPr>
            <a:ln w="6350">
              <a:solidFill>
                <a:schemeClr val="tx1"/>
              </a:solidFill>
            </a:ln>
          </c:spPr>
          <c:dPt>
            <c:idx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604-4474-B364-2472AA6AAC99}"/>
              </c:ext>
            </c:extLst>
          </c:dPt>
          <c:dPt>
            <c:idx val="1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 w="63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604-4474-B364-2472AA6AAC99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604-4474-B364-2472AA6AAC99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fld id="{A8F99725-DFA6-493F-99AB-95CA88D38FCB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xForSave val="1"/>
                  <c15:showDataLabelsRange val="1"/>
                </c:ext>
                <c:ext xmlns:c16="http://schemas.microsoft.com/office/drawing/2014/chart" uri="{C3380CC4-5D6E-409C-BE32-E72D297353CC}">
                  <c16:uniqueId val="{00000001-C604-4474-B364-2472AA6AAC99}"/>
                </c:ext>
              </c:extLst>
            </c:dLbl>
            <c:dLbl>
              <c:idx val="1"/>
              <c:layout>
                <c:manualLayout>
                  <c:x val="-1.1989777075238036E-3"/>
                  <c:y val="6.6328725789337756E-3"/>
                </c:manualLayout>
              </c:layout>
              <c:tx>
                <c:rich>
                  <a:bodyPr/>
                  <a:lstStyle/>
                  <a:p>
                    <a:fld id="{9F275D32-7C38-45CE-98CB-16EF1104FBC9}" type="CELLRANGE">
                      <a:rPr lang="en-US"/>
                      <a:pPr/>
                      <a:t>[CELLRANGE]</a:t>
                    </a:fld>
                    <a:endParaRPr lang="en-US"/>
                  </a:p>
                </c:rich>
              </c:tx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3-C604-4474-B364-2472AA6AAC99}"/>
                </c:ext>
              </c:extLst>
            </c:dLbl>
            <c:dLbl>
              <c:idx val="2"/>
              <c:layout>
                <c:manualLayout>
                  <c:x val="7.5725841532378282E-2"/>
                  <c:y val="7.510775301258972E-2"/>
                </c:manualLayout>
              </c:layout>
              <c:tx>
                <c:rich>
                  <a:bodyPr/>
                  <a:lstStyle/>
                  <a:p>
                    <a:fld id="{A706B00C-8D49-414E-85B9-43689AB2C6F6}" type="CELLRANGE">
                      <a:rPr lang="en-US" dirty="0"/>
                      <a:pPr/>
                      <a:t>[CELLRANGE]</a:t>
                    </a:fld>
                    <a:endParaRPr lang="en-US"/>
                  </a:p>
                </c:rich>
              </c:tx>
              <c:dLblPos val="bestFit"/>
              <c:showLegendKey val="0"/>
              <c:showVal val="0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1"/>
                </c:ext>
                <c:ext xmlns:c16="http://schemas.microsoft.com/office/drawing/2014/chart" uri="{C3380CC4-5D6E-409C-BE32-E72D297353CC}">
                  <c16:uniqueId val="{00000005-C604-4474-B364-2472AA6AAC99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1" i="0" u="none" strike="noStrike" kern="1200" baseline="0">
                    <a:solidFill>
                      <a:schemeClr val="tx1"/>
                    </a:solidFill>
                    <a:latin typeface="Times New Roman" panose="02020603050405020304" pitchFamily="18" charset="0"/>
                    <a:ea typeface="+mn-ea"/>
                    <a:cs typeface="Times New Roman" panose="02020603050405020304" pitchFamily="18" charset="0"/>
                  </a:defRPr>
                </a:pPr>
                <a:endParaRPr lang="en-US"/>
              </a:p>
            </c:txPr>
            <c:dLblPos val="bestFit"/>
            <c:showLegendKey val="0"/>
            <c:showVal val="0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DataLabelsRange val="1"/>
              </c:ext>
            </c:extLst>
          </c:dLbls>
          <c:cat>
            <c:strRef>
              <c:f>Sheet1!$J$40:$J$42</c:f>
              <c:strCache>
                <c:ptCount val="3"/>
                <c:pt idx="0">
                  <c:v>Normal</c:v>
                </c:pt>
                <c:pt idx="1">
                  <c:v>Mild</c:v>
                </c:pt>
                <c:pt idx="2">
                  <c:v>Moderate to severe</c:v>
                </c:pt>
              </c:strCache>
            </c:strRef>
          </c:cat>
          <c:val>
            <c:numRef>
              <c:f>Sheet1!$K$40:$K$42</c:f>
              <c:numCache>
                <c:formatCode>General</c:formatCode>
                <c:ptCount val="3"/>
                <c:pt idx="0">
                  <c:v>71.7</c:v>
                </c:pt>
                <c:pt idx="1">
                  <c:v>19.8</c:v>
                </c:pt>
                <c:pt idx="2">
                  <c:v>8.4</c:v>
                </c:pt>
              </c:numCache>
            </c:numRef>
          </c:val>
          <c:extLst>
            <c:ext xmlns:c15="http://schemas.microsoft.com/office/drawing/2012/chart" uri="{02D57815-91ED-43cb-92C2-25804820EDAC}">
              <c15:datalabelsRange>
                <c15:f>Sheet1!$M$40:$M$42</c15:f>
                <c15:dlblRangeCache>
                  <c:ptCount val="3"/>
                  <c:pt idx="0">
                    <c:v>71.7%
 (68.1, 75.1)</c:v>
                  </c:pt>
                  <c:pt idx="1">
                    <c:v>19.8%
 (17.1, 22.9)</c:v>
                  </c:pt>
                  <c:pt idx="2">
                    <c:v>8.4%
 (6.7, 10.6)</c:v>
                  </c:pt>
                </c15:dlblRangeCache>
              </c15:datalabelsRange>
            </c:ext>
            <c:ext xmlns:c16="http://schemas.microsoft.com/office/drawing/2014/chart" uri="{C3380CC4-5D6E-409C-BE32-E72D297353CC}">
              <c16:uniqueId val="{00000006-C604-4474-B364-2472AA6AAC99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65005958054125912"/>
          <c:y val="2.9941542012661797E-2"/>
          <c:w val="0.30737146683480204"/>
          <c:h val="0.46489392656235945"/>
        </c:manualLayout>
      </c:layout>
      <c:pieChart>
        <c:varyColors val="1"/>
        <c:ser>
          <c:idx val="0"/>
          <c:order val="0"/>
          <c:spPr>
            <a:ln w="6350">
              <a:solidFill>
                <a:schemeClr val="tx1"/>
              </a:solidFill>
            </a:ln>
          </c:spPr>
          <c:dPt>
            <c:idx val="0"/>
            <c:bubble3D val="0"/>
            <c:spPr>
              <a:solidFill>
                <a:schemeClr val="accent1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515-49A4-B2D5-DD53F78A1A4B}"/>
              </c:ext>
            </c:extLst>
          </c:dPt>
          <c:dPt>
            <c:idx val="1"/>
            <c:bubble3D val="0"/>
            <c:spPr>
              <a:solidFill>
                <a:schemeClr val="accent6">
                  <a:lumMod val="40000"/>
                  <a:lumOff val="60000"/>
                </a:schemeClr>
              </a:solidFill>
              <a:ln w="63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515-49A4-B2D5-DD53F78A1A4B}"/>
              </c:ext>
            </c:extLst>
          </c:dPt>
          <c:dPt>
            <c:idx val="2"/>
            <c:bubble3D val="0"/>
            <c:spPr>
              <a:solidFill>
                <a:schemeClr val="accent2">
                  <a:lumMod val="60000"/>
                  <a:lumOff val="40000"/>
                </a:schemeClr>
              </a:solidFill>
              <a:ln w="6350">
                <a:solidFill>
                  <a:schemeClr val="tx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D515-49A4-B2D5-DD53F78A1A4B}"/>
              </c:ext>
            </c:extLst>
          </c:dPt>
          <c:dLbls>
            <c:delete val="1"/>
          </c:dLbls>
          <c:cat>
            <c:strRef>
              <c:f>Sheet1!$J$40:$J$42</c:f>
              <c:strCache>
                <c:ptCount val="3"/>
                <c:pt idx="0">
                  <c:v>Normal</c:v>
                </c:pt>
                <c:pt idx="1">
                  <c:v>Mild</c:v>
                </c:pt>
                <c:pt idx="2">
                  <c:v>Moderate to severe</c:v>
                </c:pt>
              </c:strCache>
            </c:strRef>
          </c:cat>
          <c:val>
            <c:numRef>
              <c:f>Sheet1!$K$40:$K$42</c:f>
              <c:numCache>
                <c:formatCode>General</c:formatCode>
                <c:ptCount val="3"/>
                <c:pt idx="0">
                  <c:v>71.7</c:v>
                </c:pt>
                <c:pt idx="1">
                  <c:v>19.8</c:v>
                </c:pt>
                <c:pt idx="2">
                  <c:v>8.4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D515-49A4-B2D5-DD53F78A1A4B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l"/>
      <c:layout>
        <c:manualLayout>
          <c:xMode val="edge"/>
          <c:yMode val="edge"/>
          <c:x val="0.10676598386095593"/>
          <c:y val="0.51546214332688312"/>
          <c:w val="0.51752645444459111"/>
          <c:h val="0.48453785667311694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62CD0-C43F-1018-198F-52D3E2D2720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65BD42-D81E-5848-7B27-98ECC5A903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203B9B-2C25-C900-F759-6E1E12C35D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16964-3D67-4020-B602-C5D313094EDD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2075D-6D6E-5674-B329-71119FBF43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67B7B8-1FC0-98C5-E36A-D129080E83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0F7-6A20-4BB4-BF9A-B07CE2157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7221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747F9-A31D-D003-BEBD-09A5C13ACD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D5C388-8142-61F2-6584-2E1E61775A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818B44-89AB-C51E-111E-44506403BF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16964-3D67-4020-B602-C5D313094EDD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CFB3E2-DE1E-DE41-5155-E0F0AAF5E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29E4D1-FC9C-19FC-D8D8-EAAD155BD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0F7-6A20-4BB4-BF9A-B07CE2157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3987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90F5DB-260C-C8DF-B717-7CE6F4FA0A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5F0526-F231-0F65-D2D4-CF8A3F375E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47FFF3-E265-931C-D094-F9B3EC46AF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16964-3D67-4020-B602-C5D313094EDD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BE027E-359B-3659-8A84-B38F93280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BD95E-AEAC-F9C7-4483-97ED2C957A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0F7-6A20-4BB4-BF9A-B07CE2157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1512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BA83F-2C89-7486-3D1F-41AC8AAAA1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784D2C-D82E-6DBB-8F5D-FC605D46E29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D4301F-0CEA-8200-5550-4899D63DE8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A19B9E-A570-D7B4-4C1C-D7B40FE47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16964-3D67-4020-B602-C5D313094EDD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0E863B-554B-3FC0-02C7-B4D881B9B9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C378D2-7E12-422E-683D-5BBBC2F291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0F7-6A20-4BB4-BF9A-B07CE2157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409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F86B8-C40B-19B8-93A0-68AF562831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8B8807-913A-B1BA-96D8-F1DD0BB107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31F8147-6AA3-E807-CA57-B315A05D7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A503755-F731-9876-44F9-A00A73D2121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0A8A797-0697-A309-ACFF-F8BA8EF1BD2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B7E278-2537-621C-451D-8CFC2C3AA7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16964-3D67-4020-B602-C5D313094EDD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6B23366-4859-B89C-EAF9-E9D73EFE8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3C0D8EF-8B0A-28C9-C02D-A14782556E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0F7-6A20-4BB4-BF9A-B07CE2157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59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C6DD2-63E9-68B2-8BEE-1F922DF88D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03B5A1-B719-ECFB-C7C8-5B0CD6643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16964-3D67-4020-B602-C5D313094EDD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B7545A-F98F-C456-E42C-854CBDD66F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11A09C0-B913-3CCD-D98C-05ED6DC70B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0F7-6A20-4BB4-BF9A-B07CE2157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3810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906A8DF-822B-4B3C-1E53-A1A4440BA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16964-3D67-4020-B602-C5D313094EDD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AC0B43A-7FDC-E537-F955-4F8B15C05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4018D9-B9FC-53EA-B50C-EE29F96C5C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0F7-6A20-4BB4-BF9A-B07CE2157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958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671A23-DE27-22E1-576D-8F03D8E72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7D3F2E-CBC5-D179-73FF-D88C731F15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EAA2AF-9AED-BD1D-F711-EDE5981CA9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A308D6B-14E5-A65B-180C-ED46F013BD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16964-3D67-4020-B602-C5D313094EDD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C3727F7-E9F2-3D2B-D57D-84B9ED253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485FF4-C4B7-439E-714F-0CDD3A8D5F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0F7-6A20-4BB4-BF9A-B07CE2157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2582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1F680-AC07-D934-B4A8-913F2187B2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6A1F6EC-32E2-33F9-CAE0-8A263FF182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9FDE041-2893-472D-36DE-358D584E63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9AC0A5-CBAF-AE0F-BB75-E9B31290A2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16964-3D67-4020-B602-C5D313094EDD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44736F0-4C30-A4C8-9C75-49CEEDF7E4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65FAFB-075A-0221-4E9D-767E124EF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0F7-6A20-4BB4-BF9A-B07CE2157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2318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00FF9-2168-155A-FB55-A4853C66F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434041-0F66-C45C-6D05-94CCE745C9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93D526-9B0D-11EA-BAD4-E26815CCB5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16964-3D67-4020-B602-C5D313094EDD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1288A-ECD3-D5BD-6CEF-3BD48A2F1C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D3B75A-A6BD-E610-7C59-C796694852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0F7-6A20-4BB4-BF9A-B07CE2157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690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9A3751-8CF1-2CA0-3B79-4EE1220F227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256CFE-1875-FDEB-ECE5-46498E13D2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58F832-1E76-5655-2D85-8FF813783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516964-3D67-4020-B602-C5D313094EDD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4D5DFB-9946-CE75-F821-64660A2734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D3CFEFF-C3E3-4E57-9C30-AF50E59674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3B20F7-6A20-4BB4-BF9A-B07CE2157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2509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4F3F90F-37AD-9DCD-4E96-592DA4A48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3A162C-19A4-961E-C951-0DFFB1A0C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69B989-BC52-8913-A7EC-F1503E274B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516964-3D67-4020-B602-C5D313094EDD}" type="datetimeFigureOut">
              <a:rPr lang="en-US" smtClean="0"/>
              <a:t>10/30/2025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81287F-8A87-7307-3DD6-B7F29F814A0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9BD7A-3214-FD8E-E2D2-4AA54ABBF2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03B20F7-6A20-4BB4-BF9A-B07CE2157A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59079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4AB35C75-1299-4600-9AE5-44523D4AA35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9440898"/>
              </p:ext>
            </p:extLst>
          </p:nvPr>
        </p:nvGraphicFramePr>
        <p:xfrm>
          <a:off x="5315468" y="3715114"/>
          <a:ext cx="5095875" cy="34354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2" name="Chart 11">
            <a:extLst>
              <a:ext uri="{FF2B5EF4-FFF2-40B4-BE49-F238E27FC236}">
                <a16:creationId xmlns:a16="http://schemas.microsoft.com/office/drawing/2014/main" id="{83C070D7-8046-4EC0-B493-A141A858535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17277940"/>
              </p:ext>
            </p:extLst>
          </p:nvPr>
        </p:nvGraphicFramePr>
        <p:xfrm>
          <a:off x="-226238" y="404310"/>
          <a:ext cx="5076825" cy="339739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3" name="Chart 12">
            <a:extLst>
              <a:ext uri="{FF2B5EF4-FFF2-40B4-BE49-F238E27FC236}">
                <a16:creationId xmlns:a16="http://schemas.microsoft.com/office/drawing/2014/main" id="{24F243EA-328B-4160-98D9-6E04AE13CA4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06401920"/>
              </p:ext>
            </p:extLst>
          </p:nvPr>
        </p:nvGraphicFramePr>
        <p:xfrm>
          <a:off x="5364825" y="401408"/>
          <a:ext cx="5076825" cy="33947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4" name="Chart 13">
            <a:extLst>
              <a:ext uri="{FF2B5EF4-FFF2-40B4-BE49-F238E27FC236}">
                <a16:creationId xmlns:a16="http://schemas.microsoft.com/office/drawing/2014/main" id="{348E2C99-E788-4770-A579-BDD0102B6C7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175350345"/>
              </p:ext>
            </p:extLst>
          </p:nvPr>
        </p:nvGraphicFramePr>
        <p:xfrm>
          <a:off x="-143674" y="3748019"/>
          <a:ext cx="5114925" cy="33818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5" name="Chart 14">
            <a:extLst>
              <a:ext uri="{FF2B5EF4-FFF2-40B4-BE49-F238E27FC236}">
                <a16:creationId xmlns:a16="http://schemas.microsoft.com/office/drawing/2014/main" id="{FA1A943B-222F-914B-BADF-88082FECBCB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15496368"/>
              </p:ext>
            </p:extLst>
          </p:nvPr>
        </p:nvGraphicFramePr>
        <p:xfrm>
          <a:off x="9121060" y="962652"/>
          <a:ext cx="5114925" cy="338180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F28C2540-4686-F982-5B3F-F522C4181B84}"/>
              </a:ext>
            </a:extLst>
          </p:cNvPr>
          <p:cNvSpPr txBox="1"/>
          <p:nvPr/>
        </p:nvSpPr>
        <p:spPr>
          <a:xfrm>
            <a:off x="5393709" y="3380980"/>
            <a:ext cx="47465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A. Children aged 6 months to 5 years (All)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70EBBA5-B922-8F33-DA08-7073CB6AB8A2}"/>
              </a:ext>
            </a:extLst>
          </p:cNvPr>
          <p:cNvSpPr txBox="1"/>
          <p:nvPr/>
        </p:nvSpPr>
        <p:spPr>
          <a:xfrm>
            <a:off x="165620" y="32076"/>
            <a:ext cx="60866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B. Children aged 6 months to 11 months (Late infants)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2BF82E0-06F4-CF1E-84CA-B5EC7A460E42}"/>
              </a:ext>
            </a:extLst>
          </p:cNvPr>
          <p:cNvSpPr txBox="1"/>
          <p:nvPr/>
        </p:nvSpPr>
        <p:spPr>
          <a:xfrm>
            <a:off x="5426832" y="24912"/>
            <a:ext cx="47465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C. Children aged 1 year to 3 years (Toddlers)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17F4A46-6FC2-86EB-6157-C255188F5EF9}"/>
              </a:ext>
            </a:extLst>
          </p:cNvPr>
          <p:cNvSpPr txBox="1"/>
          <p:nvPr/>
        </p:nvSpPr>
        <p:spPr>
          <a:xfrm>
            <a:off x="165056" y="3371524"/>
            <a:ext cx="445476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D. Children aged 4 to 5 years (Preschool)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749A8A2-615A-81B2-021B-D1C22859450C}"/>
              </a:ext>
            </a:extLst>
          </p:cNvPr>
          <p:cNvSpPr txBox="1"/>
          <p:nvPr/>
        </p:nvSpPr>
        <p:spPr>
          <a:xfrm>
            <a:off x="8520113" y="6513742"/>
            <a:ext cx="388143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Values are expressed as % (95% CI)</a:t>
            </a:r>
          </a:p>
        </p:txBody>
      </p:sp>
    </p:spTree>
    <p:extLst>
      <p:ext uri="{BB962C8B-B14F-4D97-AF65-F5344CB8AC3E}">
        <p14:creationId xmlns:p14="http://schemas.microsoft.com/office/powerpoint/2010/main" val="21577633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62</Words>
  <Application>Microsoft Office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>The University of Memphis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Bikram Adhikari (bdhikari)</dc:creator>
  <cp:lastModifiedBy>Bikram Adhikari (bdhikari)</cp:lastModifiedBy>
  <cp:revision>1</cp:revision>
  <dcterms:created xsi:type="dcterms:W3CDTF">2025-10-16T14:51:53Z</dcterms:created>
  <dcterms:modified xsi:type="dcterms:W3CDTF">2025-10-30T16:30:51Z</dcterms:modified>
</cp:coreProperties>
</file>